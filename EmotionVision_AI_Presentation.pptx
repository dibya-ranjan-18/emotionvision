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68580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6126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REAL-TIME AI PLATFORM</a:t>
            </a:r>
          </a:p>
          <a:p>
            <a:pPr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EmotionVision AI</a:t>
            </a:r>
          </a:p>
          <a:p>
            <a:pPr>
              <a:spcBef>
                <a:spcPts val="800"/>
              </a:spcBef>
              <a:defRPr sz="1800">
                <a:solidFill>
                  <a:srgbClr val="34D399"/>
                </a:solidFill>
              </a:defRPr>
            </a:pPr>
            <a:r>
              <a:t>Human Emotion &amp; Behavior Analysis System</a:t>
            </a:r>
          </a:p>
          <a:p>
            <a:pPr>
              <a:spcBef>
                <a:spcPts val="2400"/>
              </a:spcBef>
              <a:defRPr sz="1200">
                <a:solidFill>
                  <a:srgbClr val="94A3B8"/>
                </a:solidFill>
              </a:defRPr>
            </a:pPr>
            <a:r>
              <a:t>Powered by OpenCV · MediaPipe · PyTorch FER · Django · React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754880"/>
            <a:ext cx="6126480" cy="7315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846320"/>
            <a:ext cx="5760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Presented by: Project Engineering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747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4630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🎭 7 Emotions Tracked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Happy, Sad, Angry, Neutral, Fear, Surprise, Disgust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560320"/>
            <a:ext cx="34747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6517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👥 Multi-Face Engine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Tracks up to 5 faces simultaneously in real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749039"/>
            <a:ext cx="34747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840479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⚡ 5-Step AI Pipeline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MediaPipe + Preprocessor + PyTorch + Temporal Smoothing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937760"/>
            <a:ext cx="34747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50292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📊 Live Dashboard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Glassmorphism UI with real-time charts &amp; PDF exports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PROJECT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Problem Statement &amp; Solution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❓ THE PROBLEM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Subjective Observation: Human evaluators can miss subtle micro-expressions over long video calls.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Observer Fatigue: Manual monitoring in online classes or interviews is exhausting and prone to bias.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Lack of Analytics: Standard video conference tools do not provide timestamped emotional metrics or reports.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Multi-Person Challenge: Tracking focus across multiple faces simultaneously is impossible for a single human.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💡 THE AI SOLUTION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✔ Automated AI Observer: Continuously evaluates face emotions &amp; eye/head behaviors directly via webcam.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✔ Multi-Face Tracking: Identifies and computes analytics for up to 5 faces in a single video feed.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✔ Real-Time Analytics: Live interactive graphs update at 5 FPS with zero manual intervention required.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✔ Actionable PDF Reports: Generates permanent session analytics, pie charts, and behavioral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What is EmotionVision AI?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EmotionVision AI is an end-to-end web platform that converts live camera feeds into real-time emotional and behavioral insights using Deep Learning and Computer Vision.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7 CORE EMOTIONS CLASSIFIED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37160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😊 Happy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67712" y="3474720"/>
            <a:ext cx="137160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67712" y="36576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😢 Sad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03904" y="3474720"/>
            <a:ext cx="137160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03904" y="36576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😡 Angry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0096" y="3474720"/>
            <a:ext cx="137160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0096" y="36576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😐 Neutral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3474720"/>
            <a:ext cx="137160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76288" y="36576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😨 Fear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3474720"/>
            <a:ext cx="137160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6576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😲 Surprise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48672" y="3474720"/>
            <a:ext cx="137160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48672" y="36576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🤢 Disgust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75488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👁️ MICRO-BEHAVIOR ANALYSIS ENGINE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Eye Blink Counter (Eye Aspect Ratio - EAR algorithm)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Smile Detection (Mouth Aspect Ratio - MAR algorithm)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Head Pose Direction (Yaw &amp; Pitch estimation via solvePnP)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Image Quality &amp; Lighting Check (CLAHE normalization)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Key System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🎥 Real-Time Webcam Stream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Captures JPEG frames directly in browser @ 5 FPS and streams to Django REST API seamlessly.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👥 Multi-Face Analytics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Detects and evaluates up to 5 faces simultaneously with individual bounding boxes &amp; metrics.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4592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📊 Live Glassmorphism Dashboard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Dark/Light mode interface featuring live Chart.js line charts &amp; emotion distribution pie charts.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⏱️ Real-Time Timeline Feed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Auto-scrolling event log recording timestamped emotion shifts and confidence levels.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402336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📄 PDF Report Generator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Instant one-click PDF generation with session statistics, graphs, and behavioral recommendations.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402336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🗄️ MySQL Database Storage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6 normalized relational tables storing session history, emotions, behaviors, and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DATA FLOW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End-to-End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2194560" cy="548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STEP 1: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103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Browser Webcam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Captures video frames</a:t>
            </a:r>
            <a:br/>
            <a:r>
              <a:t>Encodes as Base64 JPEG</a:t>
            </a:r>
            <a:br/>
            <a:r>
              <a:t>Sends via Axios POST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01168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93592" y="2148840"/>
            <a:ext cx="2194560" cy="548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21945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STEP 2: API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834640"/>
            <a:ext cx="2103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Django REST API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Receives image payload</a:t>
            </a:r>
            <a:br/>
            <a:r>
              <a:t>Validates session ID</a:t>
            </a:r>
            <a:br/>
            <a:r>
              <a:t>Delegates to AI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201168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18504" y="2148840"/>
            <a:ext cx="2194560" cy="548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21945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STEP 3: AI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834640"/>
            <a:ext cx="2103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5-Step Pipeline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MediaPipe Face Detector</a:t>
            </a:r>
            <a:br/>
            <a:r>
              <a:t>CLAHE Preprocessor</a:t>
            </a:r>
            <a:br/>
            <a:r>
              <a:t>PyTorch CNN Classifier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201168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43416" y="2148840"/>
            <a:ext cx="2194560" cy="548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3416" y="21945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STEP 4: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834640"/>
            <a:ext cx="2103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MySQL &amp; Dashboard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Saves logs in MySQL DB</a:t>
            </a:r>
            <a:br/>
            <a:r>
              <a:t>Returns JSON to React</a:t>
            </a:r>
            <a:br/>
            <a:r>
              <a:t>Updates live charts &amp; PDF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CORE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Inside the 5-Step AI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Face Detection  |  </a:t>
            </a:r>
            <a:r>
              <a:rPr>
                <a:solidFill>
                  <a:srgbClr val="34D399"/>
                </a:solidFill>
              </a:rPr>
              <a:t>(MediaPipe FaceDetection)  —  </a:t>
            </a:r>
            <a:r>
              <a:rPr b="0">
                <a:solidFill>
                  <a:srgbClr val="94A3B8"/>
                </a:solidFill>
              </a:rPr>
              <a:t>Detects face bounding boxes &amp; landmarks with 50%+ confidence.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Preprocessing  |  </a:t>
            </a:r>
            <a:r>
              <a:rPr>
                <a:solidFill>
                  <a:srgbClr val="34D399"/>
                </a:solidFill>
              </a:rPr>
              <a:t>(ImagePreprocessor)  —  </a:t>
            </a:r>
            <a:r>
              <a:rPr b="0">
                <a:solidFill>
                  <a:srgbClr val="94A3B8"/>
                </a:solidFill>
              </a:rPr>
              <a:t>Normalizes lighting using CLAHE, checks blur &amp; crops face with 20% padding.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3. Emotion AI  |  </a:t>
            </a:r>
            <a:r>
              <a:rPr>
                <a:solidFill>
                  <a:srgbClr val="34D399"/>
                </a:solidFill>
              </a:rPr>
              <a:t>(PyTorch FER CNN)  —  </a:t>
            </a:r>
            <a:r>
              <a:rPr b="0">
                <a:solidFill>
                  <a:srgbClr val="94A3B8"/>
                </a:solidFill>
              </a:rPr>
              <a:t>Predicts emotion probability scores across 7 distinct human expressions.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2628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4. Smoothing Filter  |  </a:t>
            </a:r>
            <a:r>
              <a:rPr>
                <a:solidFill>
                  <a:srgbClr val="34D399"/>
                </a:solidFill>
              </a:rPr>
              <a:t>(Temporal Smoothing)  —  </a:t>
            </a:r>
            <a:r>
              <a:rPr b="0">
                <a:solidFill>
                  <a:srgbClr val="94A3B8"/>
                </a:solidFill>
              </a:rPr>
              <a:t>Applies mode filter across last 5 frames to prevent rapid prediction flickering.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5. Behavior Analysis  |  </a:t>
            </a:r>
            <a:r>
              <a:rPr>
                <a:solidFill>
                  <a:srgbClr val="34D399"/>
                </a:solidFill>
              </a:rPr>
              <a:t>(OpenCV &amp; Landmarks)  —  </a:t>
            </a:r>
            <a:r>
              <a:rPr b="0">
                <a:solidFill>
                  <a:srgbClr val="94A3B8"/>
                </a:solidFill>
              </a:rPr>
              <a:t>Calculates Eye Aspect Ratio (EAR), Mouth Aspect Ratio (MAR) &amp; 3D Head Pose.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Technology Stack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🎨 FRONTEND LAYER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React 18 &amp; Vite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• Bootstrap 5 Glassmorphism UI</a:t>
            </a:r>
            <a:br/>
            <a:r>
              <a:t>• Chart.js Live Graphs</a:t>
            </a:r>
            <a:br/>
            <a:r>
              <a:t>• Custom Hooks (useWebcam)</a:t>
            </a:r>
            <a:br/>
            <a:r>
              <a:t>• LocalStorage Theme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8288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⚙️ BACKEND LAYER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Django 6 &amp; DRF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• Django REST Framework APIs</a:t>
            </a:r>
            <a:br/>
            <a:r>
              <a:t>• Modular App Structure</a:t>
            </a:r>
            <a:br/>
            <a:r>
              <a:t>• ReportLab PDF Engine</a:t>
            </a:r>
            <a:br/>
            <a:r>
              <a:t>• PyMySQL DB Connector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8288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🧠 AI &amp; CV ENGINE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MediaPipe &amp; PyTorch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• MediaPipe Face Detection</a:t>
            </a:r>
            <a:br/>
            <a:r>
              <a:t>• PyTorch-based FER Model</a:t>
            </a:r>
            <a:br/>
            <a:r>
              <a:t>• OpenCV Computer Vision</a:t>
            </a:r>
            <a:br/>
            <a:r>
              <a:t>• Temporal Smoothing Filter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18288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🗄️ DATABASE &amp; STORAGE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MySQL 8.0</a:t>
            </a:r>
          </a:p>
          <a:p>
            <a:pPr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• 6 Normalized SQL Tables</a:t>
            </a:r>
            <a:br/>
            <a:r>
              <a:t>• Session-scoped logging</a:t>
            </a:r>
            <a:br/>
            <a:r>
              <a:t>• Aggregated analytics view</a:t>
            </a:r>
            <a:br/>
            <a:r>
              <a:t>• PDF Report File Storage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DATA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Relational Database Schema (MySQL)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📁 Table: sessions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Columns: id, start_time, end_time, status, total_frames, avg_fps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645920"/>
            <a:ext cx="52120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7830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📁 Table: emotion_logs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Columns: id, session_id, timestamp, emotion, confidence, face_count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2120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📁 Table: face_logs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Columns: id, session_id, timestamp, face_index, bbox_coords, emotion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3200400"/>
            <a:ext cx="52120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33375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📁 Table: behavior_logs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Columns: id, session_id, timestamp, smile, blink, eye_open, head_dir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52120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📁 Table: analytics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Columns: id, session_id, dominant_emotion, avg_confidence, emotion_dist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4754880"/>
            <a:ext cx="52120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48920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📁 Table: reports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Columns: id, session_id, file_path, created_at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Interactive React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🎛️ Session Controls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One-click 'Start Session' initializes AI camera pipeline; 'Stop Session' computes summary analytics.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645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📈 Real-Time Charts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Chart.js line graph displays emotion trends live; pie chart updates emotional distribution dynamically.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⏱️ Timeline Log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Auto-scrolling activity feed displaying timestamped emotion shifts with color-coded badges.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402336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206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☀️/🌙 Theme Switcher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Instant Dark / Light mode toggle saved across sessions in browser LocalStorage.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REPORTING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Automated PDF Report &amp; Analytics Export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📄 PDF REPORT FEATURES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Session Info: Total duration, total frames, average FPS.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Visual Charts: Embedded Matplotlib emotion distribution pie chart.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Emotion Timeline: Table showing last 30 emotion events.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Behavior Stats: Blink rate, smile percentage, head movement.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AI Recommendations: Automated insights based on session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⚙️ PDF GENERATION ENGINE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✔ Powered by Python ReportLab library.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✔ Dynamic chart rendering using Matplotlib.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✔ Automatic PDF file saving in backend/reports/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✔ Direct download link served via REST API (/api/export-pdf/).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✔ Professional layout suitable for academic &amp; enterprise 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IMPACT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Real-World Use Cases &amp;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🎓 Online Education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Monitor student engagement, confusion, and focus levels during remote lectures.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645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💼 Job Interviews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Evaluate candidate confidence, composure, and emotional reactions under questioning.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🩺 Telehealth &amp; Therapy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Help mental health professionals track patient mood trends and emotional progress over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402336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206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🎮 UX &amp; Market Testing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Analyze user emotional reactions to new software, products, games, or video ads.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Future Scope &amp; Technical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🎙️ Multimodal Audio Analysis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Integrate speech tone &amp; voice pitch sentiment analysis alongside video emotion recognition.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6984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📱 Mobile Application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Build native React Native mobile apps for iOS and Android camera feeds.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9377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☁️ Enterprise Cloud Scale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Deploy backend microservices to AWS/GCP with WebSockets for sub-100ms real-time latency.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EmotionVision AI — Real-Time Human Emotion &amp; Behavior Analysis System</a:t>
            </a:r>
          </a:p>
          <a:p>
            <a:pPr algn="ctr">
              <a:spcBef>
                <a:spcPts val="2400"/>
              </a:spcBef>
              <a:defRPr sz="2000" b="1">
                <a:solidFill>
                  <a:srgbClr val="34D399"/>
                </a:solidFill>
              </a:defRPr>
            </a:pPr>
            <a:r>
              <a:t>Open for Questions &amp; Discussion 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